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is the intro to our brand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Cortex Demo Brand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marketing 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Cortex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Unifies discovery, content, and analytics.</a:t>
            </a:r>
          </a:p>
          <a:p>
            <a:r>
              <a:t>Brand voice memory across channels.</a:t>
            </a:r>
          </a:p>
          <a:p>
            <a:r>
              <a:t>Cuts campaign time from 14 days to 1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